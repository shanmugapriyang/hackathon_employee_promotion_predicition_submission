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0" r:id="rId8"/>
    <p:sldId id="262" r:id="rId9"/>
    <p:sldId id="264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11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41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2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74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09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8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6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1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13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1469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03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7636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78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12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38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CDB4C-BA7A-457B-9215-CB4D244B4A4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9749FC9-BAD8-48FF-8883-8A34771745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04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mployee-promotion-prediction-fastapi-165135154152.us-east1.run.app/" TargetMode="External"/><Relationship Id="rId2" Type="http://schemas.openxmlformats.org/officeDocument/2006/relationships/hyperlink" Target="https://employee-promotion-prediction-streamlit-165135154152.us-east1.run.app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ShanmugapriyanG/Employee_Promotion_Prediction_FastAPI/tree/main" TargetMode="External"/><Relationship Id="rId4" Type="http://schemas.openxmlformats.org/officeDocument/2006/relationships/hyperlink" Target="https://github.com/ShanmugapriyanG/Employee_Promotion_Prediction_Streamli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0F67-2F78-274C-90A3-4C700EE13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462" y="2404534"/>
            <a:ext cx="8689541" cy="1646302"/>
          </a:xfrm>
        </p:spPr>
        <p:txBody>
          <a:bodyPr/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Model - Employee Promotion Prediction  </a:t>
            </a:r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29BE5-578E-DC24-93B8-4E52B7249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5818" y="4667267"/>
            <a:ext cx="3748725" cy="1655762"/>
          </a:xfrm>
        </p:spPr>
        <p:txBody>
          <a:bodyPr/>
          <a:lstStyle/>
          <a:p>
            <a:r>
              <a:rPr lang="en-US" dirty="0"/>
              <a:t>Shanmugapriyan G</a:t>
            </a:r>
          </a:p>
          <a:p>
            <a:r>
              <a:rPr lang="en-US" dirty="0"/>
              <a:t>Jan 03</a:t>
            </a:r>
            <a:r>
              <a:rPr lang="en-US" baseline="30000" dirty="0"/>
              <a:t>rd</a:t>
            </a:r>
            <a:r>
              <a:rPr lang="en-US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386596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C2837-D5FF-B834-76D1-E9CACCCA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Problem Summary:</a:t>
            </a:r>
            <a:br>
              <a:rPr lang="en-US" sz="3200" dirty="0">
                <a:latin typeface="+mn-lt"/>
              </a:rPr>
            </a:b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404E7-82DC-894B-0BEA-D3DBCCC7A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whether an employee will be promoted based on historical HR data.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includes: employee demographics, performance metrics, training records, and award history.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Challenge: Imbalanced classes (~91% not promoted vs ~9% promoted).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87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BD8A-12CF-C0BA-6DFD-C512B0A9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Approach: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67F3C-5610-B96F-D3B7-69AC54762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94663"/>
            <a:ext cx="10515600" cy="466867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&amp; EDA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values imputed (mode or 0).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Duplicate rows removed to ensure clean data.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Explored distribution of features (numerical &amp; categorical) and correlation.</a:t>
            </a:r>
          </a:p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Engineering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 columns (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KPIs_met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&gt;80%,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awards_won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?) standardized.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features created:</a:t>
            </a:r>
          </a:p>
          <a:p>
            <a:pPr lvl="1"/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training_efficiency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performance_index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kpi_per_training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awards_per_service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score_times_awards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score_times_kpi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Split train/validation sets (80/20).</a:t>
            </a:r>
          </a:p>
          <a:p>
            <a:pPr lvl="1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Pipelines:</a:t>
            </a:r>
          </a:p>
          <a:p>
            <a:pPr lvl="2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Numeric features → median imputer</a:t>
            </a:r>
          </a:p>
          <a:p>
            <a:pPr lvl="2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Categorical features → most frequent imputer + one-hot encoding</a:t>
            </a:r>
          </a:p>
          <a:p>
            <a:pPr marL="457200" lvl="1" indent="0"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045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A7CE-38EA-9C02-0E9C-28E399159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+mn-lt"/>
              </a:rPr>
              <a:t>Model Development &amp; Evaluation</a:t>
            </a:r>
            <a:br>
              <a:rPr lang="en-US" b="1" dirty="0">
                <a:latin typeface="+mn-lt"/>
              </a:rPr>
            </a:b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EB9C-C038-5166-448F-292976D6E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740"/>
            <a:ext cx="10515600" cy="479122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 Approach: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Considered models: Logistic Regression, Random Forest, AdaBoost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model: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(best F1 score on validation).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 the next slides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Class Imbalance: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SMOTE oversampling to balance minority class (~60% of majority).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 Tuning: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probabilities converted to binary labels.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Thresholds 0.1–0.9 to maximize F1.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threshold captured in model artifact for deployment.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F1-score reported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Predictions on test set saved to submission.csv</a:t>
            </a: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Instead of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GridSearchCV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we manually tuned the key parameters because hyperparameter search didn’t improve performance in our case.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 threshold tuning - probability threshold (0.1–0.9) to maximize F1 score; Outperformed default 0.5 </a:t>
            </a:r>
          </a:p>
          <a:p>
            <a:pPr marL="0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41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89973-F249-AAD5-DB08-E1B2AA308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score of Different Models: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07557-2628-962B-1737-2C8E6B835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E97BB4-92AC-226A-1487-3D81091308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6275" y="3261660"/>
            <a:ext cx="4184650" cy="225555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3CB6E-B131-7A17-C3B0-60E93B21E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10" name="Content Placeholder 9" descr="A screenshot of a computer">
            <a:extLst>
              <a:ext uri="{FF2B5EF4-FFF2-40B4-BE49-F238E27FC236}">
                <a16:creationId xmlns:a16="http://schemas.microsoft.com/office/drawing/2014/main" id="{D96A6F6B-AF8C-96C9-6E58-86362332428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087938" y="3261252"/>
            <a:ext cx="4186237" cy="225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206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3F201-CD5B-8D1E-1F1A-60E247EB3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AdaBoost</a:t>
            </a:r>
          </a:p>
        </p:txBody>
      </p:sp>
      <p:pic>
        <p:nvPicPr>
          <p:cNvPr id="8" name="Content Placeholder 7" descr="A screenshot of a computer">
            <a:extLst>
              <a:ext uri="{FF2B5EF4-FFF2-40B4-BE49-F238E27FC236}">
                <a16:creationId xmlns:a16="http://schemas.microsoft.com/office/drawing/2014/main" id="{76FE048A-3BCC-01BC-7F8D-1E4E24B8F2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6275" y="3109309"/>
            <a:ext cx="4184650" cy="2560257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9808CD-75BC-E5B6-03B4-CA68E4B88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7E4454-4564-6151-8694-C208915F1B9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087938" y="3184309"/>
            <a:ext cx="4186237" cy="241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77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EC6B-C476-B0AC-E7D1-2A6A37F1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+mn-lt"/>
              </a:rPr>
              <a:t>Deployment</a:t>
            </a:r>
            <a:r>
              <a:rPr lang="en-US" b="1" dirty="0">
                <a:latin typeface="+mn-lt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7CA34-682E-8D8A-1F6A-7392657EB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UI: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Dropdowns, sliders, numeric inputs for employee features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button calculates promotion probability and displays status.</a:t>
            </a:r>
          </a:p>
          <a:p>
            <a:pPr marL="457200" lvl="1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API: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/predict endpoint for external integration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Pydantic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aliases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handle special characters in features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KPIs_met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&gt;80%,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awards_won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?)</a:t>
            </a:r>
          </a:p>
          <a:p>
            <a:pPr marL="457200" lvl="1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Storage: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Saved via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joblib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artifact containing: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Trained pipeline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probability threshold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189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5DFD-E848-1D5E-BB1B-58067463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83" y="0"/>
            <a:ext cx="8596668" cy="182658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Deployed Links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C9748-2F4D-2634-18E6-BDEB402B0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82" y="2283867"/>
            <a:ext cx="10832793" cy="2747553"/>
          </a:xfrm>
        </p:spPr>
        <p:txBody>
          <a:bodyPr>
            <a:no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GCP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Link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https://employee-promotion-prediction-streamlit-165135154152.us-east1.run.app/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GCP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Link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https://employee-promotion-prediction-fastapi-165135154152.us-east1.run.app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Link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https://github.com/ShanmugapriyanG/Employee_Promotion_Prediction_Streamlit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Link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https://github.com/ShanmugapriyanG/Employee_Promotion_Prediction_FastAPI/tree/main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447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86D2D-4FAA-1365-A5CF-BEF994A13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Screenshots: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6A1973-8A5F-B6FF-83FE-36F882D6B82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11084" y="2394408"/>
            <a:ext cx="4813365" cy="3516198"/>
          </a:xfrm>
          <a:prstGeom prst="rect">
            <a:avLst/>
          </a:prstGeom>
        </p:spPr>
      </p:pic>
      <p:pic>
        <p:nvPicPr>
          <p:cNvPr id="8" name="Content Placeholder 7" descr="A screenshot of a computer">
            <a:extLst>
              <a:ext uri="{FF2B5EF4-FFF2-40B4-BE49-F238E27FC236}">
                <a16:creationId xmlns:a16="http://schemas.microsoft.com/office/drawing/2014/main" id="{95FE9090-750E-D0CB-8845-59718AAF77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353050" y="2394408"/>
            <a:ext cx="5610225" cy="351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660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2422-48AF-626D-146F-DEF143B3D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+mn-lt"/>
              </a:rPr>
              <a:t>Findings &amp; Recommendations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C2668-CC1D-78F1-34CF-91BF80ED5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predictors of promotion: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avg_training_score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KPIs_met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&gt;80%,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awards_won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Interaction/Derived features improved model performance.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improvements - Evaluate additional algorithms 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LightGBM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CatBoost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creating meaningful features, handling class imbalance, using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fine-tuning the prediction threshold, I built a model that can reliably predict which employees are likely to be promoted.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4106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528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Wingdings 3</vt:lpstr>
      <vt:lpstr>Facet</vt:lpstr>
      <vt:lpstr>ML Model - Employee Promotion Prediction   </vt:lpstr>
      <vt:lpstr>Problem Summary: </vt:lpstr>
      <vt:lpstr>Approach:</vt:lpstr>
      <vt:lpstr>Model Development &amp; Evaluation </vt:lpstr>
      <vt:lpstr>Comparison score of Different Models:</vt:lpstr>
      <vt:lpstr>PowerPoint Presentation</vt:lpstr>
      <vt:lpstr>Deployment </vt:lpstr>
      <vt:lpstr>Deployed Links</vt:lpstr>
      <vt:lpstr>Screenshots:</vt:lpstr>
      <vt:lpstr>Findings &amp; Recommendations: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shan123.gym@gmail.com</dc:creator>
  <cp:lastModifiedBy>shan123.gym@gmail.com</cp:lastModifiedBy>
  <cp:revision>8</cp:revision>
  <dcterms:created xsi:type="dcterms:W3CDTF">2026-01-04T02:35:32Z</dcterms:created>
  <dcterms:modified xsi:type="dcterms:W3CDTF">2026-01-09T23:54:22Z</dcterms:modified>
</cp:coreProperties>
</file>